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Data Processing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Messy Data into Clean, Searchable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Project Overview &amp; Problem Statement</a:t>
            </a:r>
          </a:p>
          <a:p>
            <a:pPr>
              <a:defRPr sz="1400"/>
            </a:pPr>
            <a:r>
              <a:t>• Key Features &amp; Capabilities</a:t>
            </a:r>
          </a:p>
          <a:p>
            <a:pPr>
              <a:defRPr sz="1400"/>
            </a:pPr>
            <a:r>
              <a:t>• Technical Architecture</a:t>
            </a:r>
          </a:p>
          <a:p>
            <a:pPr>
              <a:defRPr sz="1400"/>
            </a:pPr>
            <a:r>
              <a:t>• Supported File Formats</a:t>
            </a:r>
          </a:p>
          <a:p>
            <a:pPr>
              <a:defRPr sz="1400"/>
            </a:pPr>
            <a:r>
              <a:t>• Data Processing Pipeline</a:t>
            </a:r>
          </a:p>
          <a:p>
            <a:pPr>
              <a:defRPr sz="1400"/>
            </a:pPr>
            <a:r>
              <a:t>• User Interface &amp; Experience</a:t>
            </a:r>
          </a:p>
          <a:p>
            <a:pPr>
              <a:defRPr sz="1400"/>
            </a:pPr>
            <a:r>
              <a:t>• Installation &amp; Setup</a:t>
            </a:r>
          </a:p>
          <a:p>
            <a:pPr>
              <a:defRPr sz="1400"/>
            </a:pPr>
            <a:r>
              <a:t>• Demo &amp; Use Cases</a:t>
            </a:r>
          </a:p>
          <a:p>
            <a:pPr>
              <a:defRPr sz="1400"/>
            </a:pPr>
            <a:r>
              <a:t>• Future Enhancements</a:t>
            </a:r>
          </a:p>
          <a:p>
            <a:pPr>
              <a:defRPr sz="1400"/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The Challenge:</a:t>
            </a:r>
          </a:p>
          <a:p>
            <a:pPr>
              <a:defRPr sz="1400"/>
            </a:pPr>
            <a:r>
              <a:t>• Organizations deal with messy, inconsistent data from multiple sources</a:t>
            </a:r>
          </a:p>
          <a:p>
            <a:pPr>
              <a:defRPr sz="1400"/>
            </a:pPr>
            <a:r>
              <a:t>• Manual data cleaning is time-consuming and error-prone</a:t>
            </a:r>
          </a:p>
          <a:p>
            <a:pPr>
              <a:defRPr sz="1400"/>
            </a:pPr>
            <a:r>
              <a:t>• Different file formats require different processing approaches</a:t>
            </a:r>
          </a:p>
          <a:p>
            <a:pPr>
              <a:defRPr sz="1400"/>
            </a:pPr>
            <a:r>
              <a:t>• Users need quick access to specific information within large datasets</a:t>
            </a:r>
          </a:p>
          <a:p>
            <a:pPr>
              <a:defRPr sz="1400"/>
            </a:pPr>
            <a:r>
              <a:t>• Exporting and sharing cleaned data is cumbersome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Our Solution: An intelligent, automated data processing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Smart Data Processing Assistant</a:t>
            </a:r>
          </a:p>
          <a:p>
            <a:pPr>
              <a:defRPr sz="1400"/>
            </a:pPr>
            <a:r>
              <a:t>A comprehensive solution for automated data cleaning, processing, and analysis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Core Capabilities:</a:t>
            </a:r>
          </a:p>
          <a:p>
            <a:pPr>
              <a:defRPr sz="1400"/>
            </a:pPr>
            <a:r>
              <a:t>✅ Multi-format file processing (CSV, Excel, JSON, TXT, PDF)</a:t>
            </a:r>
          </a:p>
          <a:p>
            <a:pPr>
              <a:defRPr sz="1400"/>
            </a:pPr>
            <a:r>
              <a:t>✅ AI-powered data cleaning and standardization</a:t>
            </a:r>
          </a:p>
          <a:p>
            <a:pPr>
              <a:defRPr sz="1400"/>
            </a:pPr>
            <a:r>
              <a:t>✅ Intelligent search and filtering</a:t>
            </a:r>
          </a:p>
          <a:p>
            <a:pPr>
              <a:defRPr sz="1400"/>
            </a:pPr>
            <a:r>
              <a:t>✅ Multiple export formats</a:t>
            </a:r>
          </a:p>
          <a:p>
            <a:pPr>
              <a:defRPr sz="1400"/>
            </a:pPr>
            <a:r>
              <a:t>✅ Email delivery system</a:t>
            </a:r>
          </a:p>
          <a:p>
            <a:pPr>
              <a:defRPr sz="1400"/>
            </a:pPr>
            <a:r>
              <a:t>✅ User-friendly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🔄 Data Cleaning &amp; Standardization</a:t>
            </a:r>
          </a:p>
          <a:p>
            <a:pPr>
              <a:defRPr sz="1400"/>
            </a:pPr>
            <a:r>
              <a:t>• Automatic file type detection</a:t>
            </a:r>
          </a:p>
          <a:p>
            <a:pPr>
              <a:defRPr sz="1400"/>
            </a:pPr>
            <a:r>
              <a:t>• Text normalization and cleaning</a:t>
            </a:r>
          </a:p>
          <a:p>
            <a:pPr>
              <a:defRPr sz="1400"/>
            </a:pPr>
            <a:r>
              <a:t>• Column name standardization (snake_case)</a:t>
            </a:r>
          </a:p>
          <a:p>
            <a:pPr>
              <a:defRPr sz="1400"/>
            </a:pPr>
            <a:r>
              <a:t>• Data type inference and conversion</a:t>
            </a:r>
          </a:p>
          <a:p>
            <a:pPr>
              <a:defRPr sz="1400"/>
            </a:pPr>
            <a:r>
              <a:t>• Missing value handling</a:t>
            </a:r>
          </a:p>
          <a:p>
            <a:pPr>
              <a:defRPr sz="1400"/>
            </a:pPr>
            <a:r>
              <a:t>• Duplicate detection and removal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🔍 Smart Search &amp; Filtering</a:t>
            </a:r>
          </a:p>
          <a:p>
            <a:pPr>
              <a:defRPr sz="1400"/>
            </a:pPr>
            <a:r>
              <a:t>• Exact matching for IDs and account numbers</a:t>
            </a:r>
          </a:p>
          <a:p>
            <a:pPr>
              <a:defRPr sz="1400"/>
            </a:pPr>
            <a:r>
              <a:t>• AI-powered semantic search using embeddings</a:t>
            </a:r>
          </a:p>
          <a:p>
            <a:pPr>
              <a:defRPr sz="1400"/>
            </a:pPr>
            <a:r>
              <a:t>• Natural language query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📤 Flexible Export Options</a:t>
            </a:r>
          </a:p>
          <a:p>
            <a:pPr>
              <a:defRPr sz="1400"/>
            </a:pPr>
            <a:r>
              <a:t>• CSV, Excel (.xlsx), JSON, TXT formats</a:t>
            </a:r>
          </a:p>
          <a:p>
            <a:pPr>
              <a:defRPr sz="1400"/>
            </a:pPr>
            <a:r>
              <a:t>• Filtered result exports</a:t>
            </a:r>
          </a:p>
          <a:p>
            <a:pPr>
              <a:defRPr sz="1400"/>
            </a:pPr>
            <a:r>
              <a:t>• Proper formatting and readability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📧 Email Delivery System</a:t>
            </a:r>
          </a:p>
          <a:p>
            <a:pPr>
              <a:defRPr sz="1400"/>
            </a:pPr>
            <a:r>
              <a:t>• Automated file attachments</a:t>
            </a:r>
          </a:p>
          <a:p>
            <a:pPr>
              <a:defRPr sz="1400"/>
            </a:pPr>
            <a:r>
              <a:t>• Customizable email templates</a:t>
            </a:r>
          </a:p>
          <a:p>
            <a:pPr>
              <a:defRPr sz="1400"/>
            </a:pPr>
            <a:r>
              <a:t>• SMTP configuration support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🛡️ Error Handling &amp; Validation</a:t>
            </a:r>
          </a:p>
          <a:p>
            <a:pPr>
              <a:defRPr sz="1400"/>
            </a:pPr>
            <a:r>
              <a:t>• Comprehensive error messages</a:t>
            </a:r>
          </a:p>
          <a:p>
            <a:pPr>
              <a:defRPr sz="1400"/>
            </a:pPr>
            <a:r>
              <a:t>• File validation and type checking</a:t>
            </a:r>
          </a:p>
          <a:p>
            <a:pPr>
              <a:defRPr sz="1400"/>
            </a:pPr>
            <a:r>
              <a:t>• Robust processing for edge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1200"/>
            </a:pPr>
            <a:r>
              <a:t>📁 Input Formats:</a:t>
            </a:r>
          </a:p>
          <a:p>
            <a:pPr>
              <a:defRPr sz="1200"/>
            </a:pPr>
            <a:r>
              <a:t>• CSV - Comma-separated values</a:t>
            </a:r>
          </a:p>
          <a:p>
            <a:pPr>
              <a:defRPr sz="1200"/>
            </a:pPr>
            <a:r>
              <a:t>• Excel - .xlsx and .xls files</a:t>
            </a:r>
          </a:p>
          <a:p>
            <a:pPr>
              <a:defRPr sz="1200"/>
            </a:pPr>
            <a:r>
              <a:t>• JSON - Structured data objects</a:t>
            </a:r>
          </a:p>
          <a:p>
            <a:pPr>
              <a:defRPr sz="1200"/>
            </a:pPr>
            <a:r>
              <a:t>• TXT - Plain text with auto-parsing</a:t>
            </a:r>
          </a:p>
          <a:p>
            <a:pPr>
              <a:defRPr sz="1200"/>
            </a:pPr>
            <a:r>
              <a:t>• PDF - Text extraction from documents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1200"/>
            </a:pPr>
            <a:r>
              <a:t>📤 Output Formats:</a:t>
            </a:r>
          </a:p>
          <a:p>
            <a:pPr>
              <a:defRPr sz="1200"/>
            </a:pPr>
            <a:r>
              <a:t>• CSV - Standard format</a:t>
            </a:r>
          </a:p>
          <a:p>
            <a:pPr>
              <a:defRPr sz="1200"/>
            </a:pPr>
            <a:r>
              <a:t>• Excel - Native .xlsx with formatting</a:t>
            </a:r>
          </a:p>
          <a:p>
            <a:pPr>
              <a:defRPr sz="1200"/>
            </a:pPr>
            <a:r>
              <a:t>• JSON - Structured records array</a:t>
            </a:r>
          </a:p>
          <a:p>
            <a:pPr>
              <a:defRPr sz="1200"/>
            </a:pPr>
            <a:r>
              <a:t>• TXT - Tab-separated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🏗️ System Architecture: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┌─────────────────┐    ┌──────────────────┐    ┌─────────────────┐</a:t>
            </a:r>
          </a:p>
          <a:p>
            <a:pPr>
              <a:defRPr sz="1400"/>
            </a:pPr>
            <a:r>
              <a:t>│   File Upload   │───▶│  Data Cleaning   │───▶│   Search Index  │</a:t>
            </a:r>
          </a:p>
          <a:p>
            <a:pPr>
              <a:defRPr sz="1400"/>
            </a:pPr>
            <a:r>
              <a:t>│   (Streamlit)   │    │   Pipeline       │    │   (FAISS)       │</a:t>
            </a:r>
          </a:p>
          <a:p>
            <a:pPr>
              <a:defRPr sz="1400"/>
            </a:pPr>
            <a:r>
              <a:t>└─────────────────┘    └──────────────────┘    └─────────────────┘</a:t>
            </a:r>
          </a:p>
          <a:p>
            <a:pPr>
              <a:defRPr sz="1400"/>
            </a:pPr>
            <a:r>
              <a:t>         │                       │                       │</a:t>
            </a:r>
          </a:p>
          <a:p>
            <a:pPr>
              <a:defRPr sz="1400"/>
            </a:pPr>
            <a:r>
              <a:t>         ▼                       ▼                       ▼</a:t>
            </a:r>
          </a:p>
          <a:p>
            <a:pPr>
              <a:defRPr sz="1400"/>
            </a:pPr>
            <a:r>
              <a:t>┌─────────────────┐    ┌──────────────────┐    ┌─────────────────┐</a:t>
            </a:r>
          </a:p>
          <a:p>
            <a:pPr>
              <a:defRPr sz="1400"/>
            </a:pPr>
            <a:r>
              <a:t>│   Export        │    │  Email Delivery  │    │   Results       │</a:t>
            </a:r>
          </a:p>
          <a:p>
            <a:pPr>
              <a:defRPr sz="1400"/>
            </a:pPr>
            <a:r>
              <a:t>│   System        │    │   (SMTP)         │    │   Display       │</a:t>
            </a:r>
          </a:p>
          <a:p>
            <a:pPr>
              <a:defRPr sz="1400"/>
            </a:pPr>
            <a:r>
              <a:t>└─────────────────┘    └──────────────────┘    └─────────────────┘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🔄 Complete Processing Workflow: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File Ingestion</a:t>
            </a:r>
          </a:p>
          <a:p>
            <a:pPr>
              <a:defRPr sz="1400"/>
            </a:pPr>
            <a:r>
              <a:t>   • Automatic format detection</a:t>
            </a:r>
          </a:p>
          <a:p>
            <a:pPr>
              <a:defRPr sz="1400"/>
            </a:pPr>
            <a:r>
              <a:t>   • Schema inference</a:t>
            </a:r>
          </a:p>
          <a:p>
            <a:pPr>
              <a:defRPr sz="1400"/>
            </a:pPr>
            <a:r>
              <a:t>   • Initial data loading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Data Cleaning</a:t>
            </a:r>
          </a:p>
          <a:p>
            <a:pPr>
              <a:defRPr sz="1400"/>
            </a:pPr>
            <a:r>
              <a:t>   • Text normalization</a:t>
            </a:r>
          </a:p>
          <a:p>
            <a:pPr>
              <a:defRPr sz="1400"/>
            </a:pPr>
            <a:r>
              <a:t>   • Column standardization</a:t>
            </a:r>
          </a:p>
          <a:p>
            <a:pPr>
              <a:defRPr sz="1400"/>
            </a:pPr>
            <a:r>
              <a:t>   • Data type conversion</a:t>
            </a:r>
          </a:p>
          <a:p>
            <a:pPr>
              <a:defRPr sz="1400"/>
            </a:pPr>
            <a:r>
              <a:t>   • Missing value imputation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Validation &amp; Quality Checks</a:t>
            </a:r>
          </a:p>
          <a:p>
            <a:pPr>
              <a:defRPr sz="1400"/>
            </a:pPr>
            <a:r>
              <a:t>   • Business rule validation</a:t>
            </a:r>
          </a:p>
          <a:p>
            <a:pPr>
              <a:defRPr sz="1400"/>
            </a:pPr>
            <a:r>
              <a:t>   • Duplicate detection</a:t>
            </a:r>
          </a:p>
          <a:p>
            <a:pPr>
              <a:defRPr sz="1400"/>
            </a:pPr>
            <a:r>
              <a:t>   • Data quality scoring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🧠 Intelligent Search Capabilities: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Exact Matching:</a:t>
            </a:r>
          </a:p>
          <a:p>
            <a:pPr>
              <a:defRPr sz="1400"/>
            </a:pPr>
            <a:r>
              <a:t>• Property IDs (R12345 format)</a:t>
            </a:r>
          </a:p>
          <a:p>
            <a:pPr>
              <a:defRPr sz="1400"/>
            </a:pPr>
            <a:r>
              <a:t>• Account numbers</a:t>
            </a:r>
          </a:p>
          <a:p>
            <a:pPr>
              <a:defRPr sz="1400"/>
            </a:pPr>
            <a:r>
              <a:t>• Key field lookups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Semantic Search:</a:t>
            </a:r>
          </a:p>
          <a:p>
            <a:pPr>
              <a:defRPr sz="1400"/>
            </a:pPr>
            <a:r>
              <a:t>• Natural language queries</a:t>
            </a:r>
          </a:p>
          <a:p>
            <a:pPr>
              <a:defRPr sz="1400"/>
            </a:pPr>
            <a:r>
              <a:t>• AI-powered similarity matching</a:t>
            </a:r>
          </a:p>
          <a:p>
            <a:pPr>
              <a:defRPr sz="1400"/>
            </a:pPr>
            <a:r>
              <a:t>• Sentence transformer embeddings</a:t>
            </a:r>
          </a:p>
          <a:p>
            <a:pPr>
              <a:defRPr sz="1400"/>
            </a:pPr>
            <a:r>
              <a:t>• FAISS vector database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Query Examples:</a:t>
            </a:r>
          </a:p>
          <a:p>
            <a:pPr>
              <a:defRPr sz="1400"/>
            </a:pPr>
            <a:r>
              <a:t>• 'Find properties in Dallas'</a:t>
            </a:r>
          </a:p>
          <a:p>
            <a:pPr>
              <a:defRPr sz="1400"/>
            </a:pPr>
            <a:r>
              <a:t>• 'Show account R12345'</a:t>
            </a:r>
          </a:p>
          <a:p>
            <a:pPr>
              <a:defRPr sz="1400"/>
            </a:pPr>
            <a:r>
              <a:t>• 'Properties with high tax values'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💻 Streamlit Web Interface: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Main Features:</a:t>
            </a:r>
          </a:p>
          <a:p>
            <a:pPr>
              <a:defRPr sz="1400"/>
            </a:pPr>
            <a:r>
              <a:t>• Drag-and-drop file upload</a:t>
            </a:r>
          </a:p>
          <a:p>
            <a:pPr>
              <a:defRPr sz="1400"/>
            </a:pPr>
            <a:r>
              <a:t>• Real-time processing feedback</a:t>
            </a:r>
          </a:p>
          <a:p>
            <a:pPr>
              <a:defRPr sz="1400"/>
            </a:pPr>
            <a:r>
              <a:t>• Interactive data preview</a:t>
            </a:r>
          </a:p>
          <a:p>
            <a:pPr>
              <a:defRPr sz="1400"/>
            </a:pPr>
            <a:r>
              <a:t>• Search and filter controls</a:t>
            </a:r>
          </a:p>
          <a:p>
            <a:pPr>
              <a:defRPr sz="1400"/>
            </a:pPr>
            <a:r>
              <a:t>• Export format selection</a:t>
            </a:r>
          </a:p>
          <a:p>
            <a:pPr>
              <a:defRPr sz="1400"/>
            </a:pPr>
            <a:r>
              <a:t>• Email delivery options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User Experience:</a:t>
            </a:r>
          </a:p>
          <a:p>
            <a:pPr>
              <a:defRPr sz="1400"/>
            </a:pPr>
            <a:r>
              <a:t>• Clean, intuitive design</a:t>
            </a:r>
          </a:p>
          <a:p>
            <a:pPr>
              <a:defRPr sz="1400"/>
            </a:pPr>
            <a:r>
              <a:t>• Progress indicators</a:t>
            </a:r>
          </a:p>
          <a:p>
            <a:pPr>
              <a:defRPr sz="1400"/>
            </a:pPr>
            <a:r>
              <a:t>• Error handling with clear messages</a:t>
            </a:r>
          </a:p>
          <a:p>
            <a:pPr>
              <a:defRPr sz="1400"/>
            </a:pPr>
            <a:r>
              <a:t>• Responsive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🚀 Getting Started: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Prerequisites:</a:t>
            </a:r>
          </a:p>
          <a:p>
            <a:pPr>
              <a:defRPr sz="1400"/>
            </a:pPr>
            <a:r>
              <a:t>• Python 3.10+</a:t>
            </a:r>
          </a:p>
          <a:p>
            <a:pPr>
              <a:defRPr sz="1400"/>
            </a:pPr>
            <a:r>
              <a:t>• pip package manager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Installation Steps:</a:t>
            </a:r>
          </a:p>
          <a:p>
            <a:pPr>
              <a:defRPr sz="1400"/>
            </a:pPr>
            <a:r>
              <a:t>```bash</a:t>
            </a:r>
          </a:p>
          <a:p>
            <a:pPr>
              <a:defRPr sz="1400"/>
            </a:pPr>
            <a:r>
              <a:t># Clone repository</a:t>
            </a:r>
          </a:p>
          <a:p>
            <a:pPr>
              <a:defRPr sz="1400"/>
            </a:pPr>
            <a:r>
              <a:t>git clone https://github.com/username/smart-data-processing-assistant.git</a:t>
            </a:r>
          </a:p>
          <a:p>
            <a:pPr>
              <a:defRPr sz="1400"/>
            </a:pPr>
            <a:r>
              <a:t>cd smart-data-processing-assistant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Install dependencies</a:t>
            </a:r>
          </a:p>
          <a:p>
            <a:pPr>
              <a:defRPr sz="1400"/>
            </a:pPr>
            <a:r>
              <a:t>pip install -r requirements.txt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Run application</a:t>
            </a:r>
          </a:p>
          <a:p>
            <a:pPr>
              <a:defRPr sz="1400"/>
            </a:pPr>
            <a:r>
              <a:t>streamlit run app.py</a:t>
            </a:r>
          </a:p>
          <a:p>
            <a:pPr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⚙️ Optional Configuration: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Email Setup (for delivery feature):</a:t>
            </a:r>
          </a:p>
          <a:p>
            <a:pPr>
              <a:defRPr sz="1400"/>
            </a:pPr>
            <a:r>
              <a:t>```bash</a:t>
            </a:r>
          </a:p>
          <a:p>
            <a:pPr>
              <a:defRPr sz="1400"/>
            </a:pPr>
            <a:r>
              <a:t># Environment variables</a:t>
            </a:r>
          </a:p>
          <a:p>
            <a:pPr>
              <a:defRPr sz="1400"/>
            </a:pPr>
            <a:r>
              <a:t>export EMAIL_USER=your_email@gmail.com</a:t>
            </a:r>
          </a:p>
          <a:p>
            <a:pPr>
              <a:defRPr sz="1400"/>
            </a:pPr>
            <a:r>
              <a:t>export EMAIL_PASS=your_app_password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Supported Email Providers:</a:t>
            </a:r>
          </a:p>
          <a:p>
            <a:pPr>
              <a:defRPr sz="1400"/>
            </a:pPr>
            <a:r>
              <a:t>• Gmail (with App Passwords)</a:t>
            </a:r>
          </a:p>
          <a:p>
            <a:pPr>
              <a:defRPr sz="1400"/>
            </a:pPr>
            <a:r>
              <a:t>• Outlook</a:t>
            </a:r>
          </a:p>
          <a:p>
            <a:pPr>
              <a:defRPr sz="1400"/>
            </a:pPr>
            <a:r>
              <a:t>• Custom SMTP servers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File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📁 File Upload Process: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User selects file (CSV, Excel, JSON, TXT, PDF)</a:t>
            </a:r>
          </a:p>
          <a:p>
            <a:pPr>
              <a:defRPr sz="1400"/>
            </a:pPr>
            <a:r>
              <a:t>2. System detects file type automatically</a:t>
            </a:r>
          </a:p>
          <a:p>
            <a:pPr>
              <a:defRPr sz="1400"/>
            </a:pPr>
            <a:r>
              <a:t>3. Shows processing progress</a:t>
            </a:r>
          </a:p>
          <a:p>
            <a:pPr>
              <a:defRPr sz="1400"/>
            </a:pPr>
            <a:r>
              <a:t>4. Displays cleaned data preview</a:t>
            </a:r>
          </a:p>
          <a:p>
            <a:pPr>
              <a:defRPr sz="1400"/>
            </a:pPr>
            <a:r>
              <a:t>5. Enables search functionality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[Screenshot Placeholder]</a:t>
            </a:r>
          </a:p>
          <a:p>
            <a:pPr>
              <a:defRPr sz="1400"/>
            </a:pPr>
            <a:r>
              <a:t>*[Include screenshot of file upload interface]*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Data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📊 Data Preview Features: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Column information table</a:t>
            </a:r>
          </a:p>
          <a:p>
            <a:pPr>
              <a:defRPr sz="1400"/>
            </a:pPr>
            <a:r>
              <a:t>• Data type detection</a:t>
            </a:r>
          </a:p>
          <a:p>
            <a:pPr>
              <a:defRPr sz="1400"/>
            </a:pPr>
            <a:r>
              <a:t>• Row count and statistics</a:t>
            </a:r>
          </a:p>
          <a:p>
            <a:pPr>
              <a:defRPr sz="1400"/>
            </a:pPr>
            <a:r>
              <a:t>• First 20 rows display</a:t>
            </a:r>
          </a:p>
          <a:p>
            <a:pPr>
              <a:defRPr sz="1400"/>
            </a:pPr>
            <a:r>
              <a:t>• Validation issue reporting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[Screenshot Placeholder]</a:t>
            </a:r>
          </a:p>
          <a:p>
            <a:pPr>
              <a:defRPr sz="1400"/>
            </a:pPr>
            <a:r>
              <a:t>*[Include screenshot of data preview]*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Search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🔍 Search Interface: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Text input for queries</a:t>
            </a:r>
          </a:p>
          <a:p>
            <a:pPr>
              <a:defRPr sz="1400"/>
            </a:pPr>
            <a:r>
              <a:t>• Exact match results</a:t>
            </a:r>
          </a:p>
          <a:p>
            <a:pPr>
              <a:defRPr sz="1400"/>
            </a:pPr>
            <a:r>
              <a:t>• AI-powered semantic search</a:t>
            </a:r>
          </a:p>
          <a:p>
            <a:pPr>
              <a:defRPr sz="1400"/>
            </a:pPr>
            <a:r>
              <a:t>• Filtered result display</a:t>
            </a:r>
          </a:p>
          <a:p>
            <a:pPr>
              <a:defRPr sz="1400"/>
            </a:pPr>
            <a:r>
              <a:t>• Export options for results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[Screenshot Placeholder]</a:t>
            </a:r>
          </a:p>
          <a:p>
            <a:pPr>
              <a:defRPr sz="1400"/>
            </a:pPr>
            <a:r>
              <a:t>*[Include screenshot of search results]*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🎯 Real-World Applications: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Financial Services:</a:t>
            </a:r>
          </a:p>
          <a:p>
            <a:pPr>
              <a:defRPr sz="1400"/>
            </a:pPr>
            <a:r>
              <a:t>• Customer data cleaning and validation</a:t>
            </a:r>
          </a:p>
          <a:p>
            <a:pPr>
              <a:defRPr sz="1400"/>
            </a:pPr>
            <a:r>
              <a:t>• Account reconciliation</a:t>
            </a:r>
          </a:p>
          <a:p>
            <a:pPr>
              <a:defRPr sz="1400"/>
            </a:pPr>
            <a:r>
              <a:t>• Regulatory reporting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Real Estate:</a:t>
            </a:r>
          </a:p>
          <a:p>
            <a:pPr>
              <a:defRPr sz="1400"/>
            </a:pPr>
            <a:r>
              <a:t>• Property data standardization</a:t>
            </a:r>
          </a:p>
          <a:p>
            <a:pPr>
              <a:defRPr sz="1400"/>
            </a:pPr>
            <a:r>
              <a:t>• Market analysis preparation</a:t>
            </a:r>
          </a:p>
          <a:p>
            <a:pPr>
              <a:defRPr sz="1400"/>
            </a:pPr>
            <a:r>
              <a:t>• Portfolio management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Healthcare:</a:t>
            </a:r>
          </a:p>
          <a:p>
            <a:pPr>
              <a:defRPr sz="1400"/>
            </a:pPr>
            <a:r>
              <a:t>• Patient data processing</a:t>
            </a:r>
          </a:p>
          <a:p>
            <a:pPr>
              <a:defRPr sz="1400"/>
            </a:pPr>
            <a:r>
              <a:t>• Medical record cleaning</a:t>
            </a:r>
          </a:p>
          <a:p>
            <a:pPr>
              <a:defRPr sz="1400"/>
            </a:pPr>
            <a:r>
              <a:t>• Research data preparation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📈 Business Intelligence:</a:t>
            </a:r>
          </a:p>
          <a:p>
            <a:pPr>
              <a:defRPr sz="1400"/>
            </a:pPr>
            <a:r>
              <a:t>• Sales data consolidation</a:t>
            </a:r>
          </a:p>
          <a:p>
            <a:pPr>
              <a:defRPr sz="1400"/>
            </a:pPr>
            <a:r>
              <a:t>• Customer segmentation</a:t>
            </a:r>
          </a:p>
          <a:p>
            <a:pPr>
              <a:defRPr sz="1400"/>
            </a:pPr>
            <a:r>
              <a:t>• Performance analytics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Research &amp; Academia:</a:t>
            </a:r>
          </a:p>
          <a:p>
            <a:pPr>
              <a:defRPr sz="1400"/>
            </a:pPr>
            <a:r>
              <a:t>• Survey data processing</a:t>
            </a:r>
          </a:p>
          <a:p>
            <a:pPr>
              <a:defRPr sz="1400"/>
            </a:pPr>
            <a:r>
              <a:t>• Experimental data cleaning</a:t>
            </a:r>
          </a:p>
          <a:p>
            <a:pPr>
              <a:defRPr sz="1400"/>
            </a:pPr>
            <a:r>
              <a:t>• Dataset preparation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Government &amp; Public Sector:</a:t>
            </a:r>
          </a:p>
          <a:p>
            <a:pPr>
              <a:defRPr sz="1400"/>
            </a:pPr>
            <a:r>
              <a:t>• Public record processing</a:t>
            </a:r>
          </a:p>
          <a:p>
            <a:pPr>
              <a:defRPr sz="1400"/>
            </a:pPr>
            <a:r>
              <a:t>• Census data validation</a:t>
            </a:r>
          </a:p>
          <a:p>
            <a:pPr>
              <a:defRPr sz="1400"/>
            </a:pPr>
            <a:r>
              <a:t>• Administrative data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🛠️ Technology Stack: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Core Technologies:</a:t>
            </a:r>
          </a:p>
          <a:p>
            <a:pPr>
              <a:defRPr sz="1400"/>
            </a:pPr>
            <a:r>
              <a:t>• Python 3.10+ - Main programming language</a:t>
            </a:r>
          </a:p>
          <a:p>
            <a:pPr>
              <a:defRPr sz="1400"/>
            </a:pPr>
            <a:r>
              <a:t>• Streamlit - Web interface framework</a:t>
            </a:r>
          </a:p>
          <a:p>
            <a:pPr>
              <a:defRPr sz="1400"/>
            </a:pPr>
            <a:r>
              <a:t>• Pandas - Data manipulation</a:t>
            </a:r>
          </a:p>
          <a:p>
            <a:pPr>
              <a:defRPr sz="1400"/>
            </a:pPr>
            <a:r>
              <a:t>• NumPy - Numerical computing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AI/ML Components:</a:t>
            </a:r>
          </a:p>
          <a:p>
            <a:pPr>
              <a:defRPr sz="1400"/>
            </a:pPr>
            <a:r>
              <a:t>• Sentence Transformers - Text embeddings</a:t>
            </a:r>
          </a:p>
          <a:p>
            <a:pPr>
              <a:defRPr sz="1400"/>
            </a:pPr>
            <a:r>
              <a:t>• FAISS - Vector similarity search</a:t>
            </a:r>
          </a:p>
          <a:p>
            <a:pPr>
              <a:defRPr sz="1400"/>
            </a:pPr>
            <a:r>
              <a:t>• Scikit-learn - Machine learning utilities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📚 Libraries &amp; Dependencies: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 Processing:</a:t>
            </a:r>
          </a:p>
          <a:p>
            <a:pPr>
              <a:defRPr sz="1400"/>
            </a:pPr>
            <a:r>
              <a:t>• OpenPyXL - Excel file handling</a:t>
            </a:r>
          </a:p>
          <a:p>
            <a:pPr>
              <a:defRPr sz="1400"/>
            </a:pPr>
            <a:r>
              <a:t>• PyPDF2 - PDF text extraction</a:t>
            </a:r>
          </a:p>
          <a:p>
            <a:pPr>
              <a:defRPr sz="1400"/>
            </a:pPr>
            <a:r>
              <a:t>• Tabulate - Data formatting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Development Tools:</a:t>
            </a:r>
          </a:p>
          <a:p>
            <a:pPr>
              <a:defRPr sz="1400"/>
            </a:pPr>
            <a:r>
              <a:t>• Pytest - Testing framework</a:t>
            </a:r>
          </a:p>
          <a:p>
            <a:pPr>
              <a:defRPr sz="1400"/>
            </a:pPr>
            <a:r>
              <a:t>• Black - Code formatting</a:t>
            </a:r>
          </a:p>
          <a:p>
            <a:pPr>
              <a:defRPr sz="1400"/>
            </a:pPr>
            <a:r>
              <a:t>• Pylint - Code quality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Deployment:</a:t>
            </a:r>
          </a:p>
          <a:p>
            <a:pPr>
              <a:defRPr sz="1400"/>
            </a:pPr>
            <a:r>
              <a:t>• Docker (future)</a:t>
            </a:r>
          </a:p>
          <a:p>
            <a:pPr>
              <a:defRPr sz="1400"/>
            </a:pPr>
            <a:r>
              <a:t>• GitHub Actions (future)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⚡ Performance Characteristics: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Processing Speed:</a:t>
            </a:r>
          </a:p>
          <a:p>
            <a:pPr>
              <a:defRPr sz="1400"/>
            </a:pPr>
            <a:r>
              <a:t>• Small files (&lt; 1MB): Instant processing</a:t>
            </a:r>
          </a:p>
          <a:p>
            <a:pPr>
              <a:defRPr sz="1400"/>
            </a:pPr>
            <a:r>
              <a:t>• Medium files (1-10MB): &lt; 30 seconds</a:t>
            </a:r>
          </a:p>
          <a:p>
            <a:pPr>
              <a:defRPr sz="1400"/>
            </a:pPr>
            <a:r>
              <a:t>• Large files (10MB+): &lt; 2 minutes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Search Performance:</a:t>
            </a:r>
          </a:p>
          <a:p>
            <a:pPr>
              <a:defRPr sz="1400"/>
            </a:pPr>
            <a:r>
              <a:t>• Exact matching: Sub-second response</a:t>
            </a:r>
          </a:p>
          <a:p>
            <a:pPr>
              <a:defRPr sz="1400"/>
            </a:pPr>
            <a:r>
              <a:t>• Semantic search: &lt; 5 seconds</a:t>
            </a:r>
          </a:p>
          <a:p>
            <a:pPr>
              <a:defRPr sz="1400"/>
            </a:pPr>
            <a:r>
              <a:t>• Index building: Scales with data size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Memory Usage:</a:t>
            </a:r>
          </a:p>
          <a:p>
            <a:pPr>
              <a:defRPr sz="1400"/>
            </a:pPr>
            <a:r>
              <a:t>• Efficient pandas operations</a:t>
            </a:r>
          </a:p>
          <a:p>
            <a:pPr>
              <a:defRPr sz="1400"/>
            </a:pPr>
            <a:r>
              <a:t>• Streaming for large files</a:t>
            </a:r>
          </a:p>
          <a:p>
            <a:pPr>
              <a:defRPr sz="1400"/>
            </a:pPr>
            <a:r>
              <a:t>• Configurable batch processing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🔒 Security Features: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 Handling:</a:t>
            </a:r>
          </a:p>
          <a:p>
            <a:pPr>
              <a:defRPr sz="1400"/>
            </a:pPr>
            <a:r>
              <a:t>• Local processing (no external uploads)</a:t>
            </a:r>
          </a:p>
          <a:p>
            <a:pPr>
              <a:defRPr sz="1400"/>
            </a:pPr>
            <a:r>
              <a:t>• Temporary file cleanup</a:t>
            </a:r>
          </a:p>
          <a:p>
            <a:pPr>
              <a:defRPr sz="1400"/>
            </a:pPr>
            <a:r>
              <a:t>• No persistent data storage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Email Security:</a:t>
            </a:r>
          </a:p>
          <a:p>
            <a:pPr>
              <a:defRPr sz="1400"/>
            </a:pPr>
            <a:r>
              <a:t>• SMTP with TLS encryption</a:t>
            </a:r>
          </a:p>
          <a:p>
            <a:pPr>
              <a:defRPr sz="1400"/>
            </a:pPr>
            <a:r>
              <a:t>• App password support (OAuth-ready)</a:t>
            </a:r>
          </a:p>
          <a:p>
            <a:pPr>
              <a:defRPr sz="1400"/>
            </a:pPr>
            <a:r>
              <a:t>• Configurable credentials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Code Security:</a:t>
            </a:r>
          </a:p>
          <a:p>
            <a:pPr>
              <a:defRPr sz="1400"/>
            </a:pPr>
            <a:r>
              <a:t>• Input validation and sanitization</a:t>
            </a:r>
          </a:p>
          <a:p>
            <a:pPr>
              <a:defRPr sz="1400"/>
            </a:pPr>
            <a:r>
              <a:t>• Safe file type checking</a:t>
            </a:r>
          </a:p>
          <a:p>
            <a:pPr>
              <a:defRPr sz="1400"/>
            </a:pPr>
            <a:r>
              <a:t>• Error handling without information leakage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🧪 Quality Assurance: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Test Coverage:</a:t>
            </a:r>
          </a:p>
          <a:p>
            <a:pPr>
              <a:defRPr sz="1400"/>
            </a:pPr>
            <a:r>
              <a:t>• Unit tests for all modules</a:t>
            </a:r>
          </a:p>
          <a:p>
            <a:pPr>
              <a:defRPr sz="1400"/>
            </a:pPr>
            <a:r>
              <a:t>• Integration tests for pipelines</a:t>
            </a:r>
          </a:p>
          <a:p>
            <a:pPr>
              <a:defRPr sz="1400"/>
            </a:pPr>
            <a:r>
              <a:t>• End-to-end testing for UI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Test Framework:</a:t>
            </a:r>
          </a:p>
          <a:p>
            <a:pPr>
              <a:defRPr sz="1400"/>
            </a:pPr>
            <a:r>
              <a:t>• Pytest - Test execution</a:t>
            </a:r>
          </a:p>
          <a:p>
            <a:pPr>
              <a:defRPr sz="1400"/>
            </a:pPr>
            <a:r>
              <a:t>• Coverage.py - Code coverage reporting</a:t>
            </a:r>
          </a:p>
          <a:p>
            <a:pPr>
              <a:defRPr sz="1400"/>
            </a:pPr>
            <a:r>
              <a:t>• GitHub Actions - CI/CD pipeline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Code Quality:</a:t>
            </a:r>
          </a:p>
          <a:p>
            <a:pPr>
              <a:defRPr sz="1400"/>
            </a:pPr>
            <a:r>
              <a:t>• Type hints throughout codebase</a:t>
            </a:r>
          </a:p>
          <a:p>
            <a:pPr>
              <a:defRPr sz="1400"/>
            </a:pPr>
            <a:r>
              <a:t>• Docstrings for all functions</a:t>
            </a:r>
          </a:p>
          <a:p>
            <a:pPr>
              <a:defRPr sz="1400"/>
            </a:pPr>
            <a:r>
              <a:t>• PEP 8 compliance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🚀 Roadmap: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Short Term (Next 3 months):</a:t>
            </a:r>
          </a:p>
          <a:p>
            <a:pPr>
              <a:defRPr sz="1400"/>
            </a:pPr>
            <a:r>
              <a:t>• Docker containerization</a:t>
            </a:r>
          </a:p>
          <a:p>
            <a:pPr>
              <a:defRPr sz="1400"/>
            </a:pPr>
            <a:r>
              <a:t>• GitHub Actions CI/CD</a:t>
            </a:r>
          </a:p>
          <a:p>
            <a:pPr>
              <a:defRPr sz="1400"/>
            </a:pPr>
            <a:r>
              <a:t>• Advanced data visualization</a:t>
            </a:r>
          </a:p>
          <a:p>
            <a:pPr>
              <a:defRPr sz="1400"/>
            </a:pPr>
            <a:r>
              <a:t>• Batch processing capabilities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Medium Term (3-6 months):</a:t>
            </a:r>
          </a:p>
          <a:p>
            <a:pPr>
              <a:defRPr sz="1400"/>
            </a:pPr>
            <a:r>
              <a:t>• Multi-language support</a:t>
            </a:r>
          </a:p>
          <a:p>
            <a:pPr>
              <a:defRPr sz="1400"/>
            </a:pPr>
            <a:r>
              <a:t>• Advanced AI features (GPT integration)</a:t>
            </a:r>
          </a:p>
          <a:p>
            <a:pPr>
              <a:defRPr sz="1400"/>
            </a:pPr>
            <a:r>
              <a:t>• Cloud storage integration</a:t>
            </a:r>
          </a:p>
          <a:p>
            <a:pPr>
              <a:defRPr sz="1400"/>
            </a:pPr>
            <a:r>
              <a:t>• API endpoints for automation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Long Term (6+ months):</a:t>
            </a:r>
          </a:p>
          <a:p>
            <a:pPr>
              <a:defRPr sz="1400"/>
            </a:pPr>
            <a:r>
              <a:t>• Real-time data streaming</a:t>
            </a:r>
          </a:p>
          <a:p>
            <a:pPr>
              <a:defRPr sz="1400"/>
            </a:pPr>
            <a:r>
              <a:t>• Advanced analytics dashboard</a:t>
            </a:r>
          </a:p>
          <a:p>
            <a:pPr>
              <a:defRPr sz="1400"/>
            </a:pPr>
            <a:r>
              <a:t>• Machine learning model training</a:t>
            </a:r>
          </a:p>
          <a:p>
            <a:pPr>
              <a:defRPr sz="1400"/>
            </a:pPr>
            <a:r>
              <a:t>• Enterprise features (user management, audit logs)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Contributing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🤝 How to Contribute: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Development Setup:</a:t>
            </a:r>
          </a:p>
          <a:p>
            <a:pPr>
              <a:defRPr sz="1400"/>
            </a:pPr>
            <a:r>
              <a:t>```bash</a:t>
            </a:r>
          </a:p>
          <a:p>
            <a:pPr>
              <a:defRPr sz="1400"/>
            </a:pPr>
            <a:r>
              <a:t># Fork repository</a:t>
            </a:r>
          </a:p>
          <a:p>
            <a:pPr>
              <a:defRPr sz="1400"/>
            </a:pPr>
            <a:r>
              <a:t># Clone your fork</a:t>
            </a:r>
          </a:p>
          <a:p>
            <a:pPr>
              <a:defRPr sz="1400"/>
            </a:pPr>
            <a:r>
              <a:t>git clone https://github.com/yourusername/smart-data-processing-assistant.git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Create feature branch</a:t>
            </a:r>
          </a:p>
          <a:p>
            <a:pPr>
              <a:defRPr sz="1400"/>
            </a:pPr>
            <a:r>
              <a:t>git checkout -b feature/new-feature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Make changes and test</a:t>
            </a:r>
          </a:p>
          <a:p>
            <a:pPr>
              <a:defRPr sz="1400"/>
            </a:pPr>
            <a:r>
              <a:t># Submit pull request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Contribution Guidelines:</a:t>
            </a:r>
          </a:p>
          <a:p>
            <a:pPr>
              <a:defRPr sz="1400"/>
            </a:pPr>
            <a:r>
              <a:t>• Follow PEP 8 style guide</a:t>
            </a:r>
          </a:p>
          <a:p>
            <a:pPr>
              <a:defRPr sz="1400"/>
            </a:pPr>
            <a:r>
              <a:t>• Add tests for new features</a:t>
            </a:r>
          </a:p>
          <a:p>
            <a:pPr>
              <a:defRPr sz="1400"/>
            </a:pPr>
            <a:r>
              <a:t>• Update documentation</a:t>
            </a:r>
          </a:p>
          <a:p>
            <a:pPr>
              <a:defRPr sz="1400"/>
            </a:pPr>
            <a:r>
              <a:t>• Use meaningful commit messages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License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📄 Project Information: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License:</a:t>
            </a:r>
          </a:p>
          <a:p>
            <a:pPr>
              <a:defRPr sz="1400"/>
            </a:pPr>
            <a:r>
              <a:t>• MIT License (open source)</a:t>
            </a:r>
          </a:p>
          <a:p>
            <a:pPr>
              <a:defRPr sz="1400"/>
            </a:pPr>
            <a:r>
              <a:t>• Free for commercial and personal use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Support:</a:t>
            </a:r>
          </a:p>
          <a:p>
            <a:pPr>
              <a:defRPr sz="1400"/>
            </a:pPr>
            <a:r>
              <a:t>• GitHub Issues for bug reports</a:t>
            </a:r>
          </a:p>
          <a:p>
            <a:pPr>
              <a:defRPr sz="1400"/>
            </a:pPr>
            <a:r>
              <a:t>• Documentation in repository</a:t>
            </a:r>
          </a:p>
          <a:p>
            <a:pPr>
              <a:defRPr sz="1400"/>
            </a:pPr>
            <a:r>
              <a:t>• Community discussions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Repository:</a:t>
            </a:r>
          </a:p>
          <a:p>
            <a:pPr>
              <a:defRPr sz="1400"/>
            </a:pPr>
            <a:r>
              <a:t>• GitHub: https://github.com/username/smart-data-processing-assistant</a:t>
            </a:r>
          </a:p>
          <a:p>
            <a:pPr>
              <a:defRPr sz="1400"/>
            </a:pPr>
            <a:r>
              <a:t>• Documentation: README.md</a:t>
            </a:r>
          </a:p>
          <a:p>
            <a:pPr>
              <a:defRPr sz="1400"/>
            </a:pPr>
            <a:r>
              <a:t>• Issues: GitHub Issues tab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🎯 Key Takeaways: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Comprehensive Solution: Handles multiple file formats with intelligent processing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AI-Powered: Semantic search and automated data cleaning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User-Friendly: Simple web interface with powerful capabilities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Flexible: Multiple export options and email delivery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Production-Ready: Robust error handling and testing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✅ Extensible: Clean architecture for future enhancements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- 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💻 Sample Usage: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```python</a:t>
            </a:r>
          </a:p>
          <a:p>
            <a:pPr>
              <a:defRPr sz="1400"/>
            </a:pPr>
            <a:r>
              <a:t>from property_data_cleaning.processor import PropertyDataCleaner</a:t>
            </a:r>
          </a:p>
          <a:p>
            <a:pPr>
              <a:defRPr sz="1400"/>
            </a:pPr>
            <a:r>
              <a:t>from property_data_cleaning.file_handler import FileHandler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Load and clean data</a:t>
            </a:r>
          </a:p>
          <a:p>
            <a:pPr>
              <a:defRPr sz="1400"/>
            </a:pPr>
            <a:r>
              <a:t>cleaner = PropertyDataCleaner()</a:t>
            </a:r>
          </a:p>
          <a:p>
            <a:pPr>
              <a:defRPr sz="1400"/>
            </a:pPr>
            <a:r>
              <a:t>file_handler = FileHandler()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df, file_type = file_handler.load_file(uploaded_file)</a:t>
            </a:r>
          </a:p>
          <a:p>
            <a:pPr>
              <a:defRPr sz="1400"/>
            </a:pPr>
            <a:r>
              <a:t>cleaned_df = cleaner.run(df)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# Export results</a:t>
            </a:r>
          </a:p>
          <a:p>
            <a:pPr>
              <a:defRPr sz="1400"/>
            </a:pPr>
            <a:r>
              <a:t>data_bytes, filename = file_handler.export_data(cleaned_df, 'csv')</a:t>
            </a:r>
          </a:p>
          <a:p>
            <a:pPr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- 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🔧 Core Classes: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PropertyDataCleaner:</a:t>
            </a:r>
          </a:p>
          <a:p>
            <a:pPr>
              <a:defRPr sz="1400"/>
            </a:pPr>
            <a:r>
              <a:t>• run(df) - Complete cleaning pipeline</a:t>
            </a:r>
          </a:p>
          <a:p>
            <a:pPr>
              <a:defRPr sz="1400"/>
            </a:pPr>
            <a:r>
              <a:t>• clean(df) - Data cleaning only</a:t>
            </a:r>
          </a:p>
          <a:p>
            <a:pPr>
              <a:defRPr sz="1400"/>
            </a:pPr>
            <a:r>
              <a:t>• validate(df) - Validation only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FileHandler:</a:t>
            </a:r>
          </a:p>
          <a:p>
            <a:pPr>
              <a:defRPr sz="1400"/>
            </a:pPr>
            <a:r>
              <a:t>• load_file(file) - Load various file formats</a:t>
            </a:r>
          </a:p>
          <a:p>
            <a:pPr>
              <a:defRPr sz="1400"/>
            </a:pPr>
            <a:r>
              <a:t>• export_data(df, format) - Export to specified format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EmailSender:</a:t>
            </a:r>
          </a:p>
          <a:p>
            <a:pPr>
              <a:defRPr sz="1400"/>
            </a:pPr>
            <a:r>
              <a:t>• send_email(to, subject, body, attachment) - Send emails with attachments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- Configuration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⚙️ Configuration: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Environment Variables: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  <a:r>
              <a:t>EMAIL_USER=your_email@gmail.com</a:t>
            </a:r>
          </a:p>
          <a:p>
            <a:pPr>
              <a:defRPr sz="1400"/>
            </a:pPr>
            <a:r>
              <a:t>EMAIL_PASS=your_app_password</a:t>
            </a:r>
          </a:p>
          <a:p>
            <a:pPr>
              <a:defRPr sz="1400"/>
            </a:pPr>
            <a:r>
              <a:t>EMAIL_SERVER=smtp.gmail.com</a:t>
            </a:r>
          </a:p>
          <a:p>
            <a:pPr>
              <a:defRPr sz="1400"/>
            </a:pPr>
            <a:r>
              <a:t>EMAIL_PORT=587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Streamlit Configuration:</a:t>
            </a:r>
          </a:p>
          <a:p>
            <a:pPr>
              <a:defRPr sz="1400"/>
            </a:pPr>
            <a:r>
              <a:t>```</a:t>
            </a:r>
          </a:p>
          <a:p>
            <a:pPr>
              <a:defRPr sz="1400"/>
            </a:pPr>
            <a:r>
              <a:t># In .streamlit/config.toml</a:t>
            </a:r>
          </a:p>
          <a:p>
            <a:pPr>
              <a:defRPr sz="1400"/>
            </a:pPr>
            <a:r>
              <a:t>[server]</a:t>
            </a:r>
          </a:p>
          <a:p>
            <a:pPr>
              <a:defRPr sz="1400"/>
            </a:pPr>
            <a:r>
              <a:t>headless = true</a:t>
            </a:r>
          </a:p>
          <a:p>
            <a:pPr>
              <a:defRPr sz="1400"/>
            </a:pPr>
            <a:r>
              <a:t>port = 8501</a:t>
            </a:r>
          </a:p>
          <a:p>
            <a:pPr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